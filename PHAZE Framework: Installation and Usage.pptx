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Introduction to PHAZE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857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PHAZE is a proof-of-concept framework for low latency inference using ML-based triggers at the Large Hadron Collider, focusing on:</a:t>
            </a:r>
            <a:endParaRPr lang="en-US" sz="1046" dirty="0"/>
          </a:p>
        </p:txBody>
      </p:sp>
      <p:sp>
        <p:nvSpPr>
          <p:cNvPr id="5" name="Text 2"/>
          <p:cNvSpPr/>
          <p:nvPr/>
        </p:nvSpPr>
        <p:spPr>
          <a:xfrm>
            <a:off x="514350" y="1428750"/>
            <a:ext cx="8343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Early-exit ML models for fast decision making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514350" y="1700213"/>
            <a:ext cx="8343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Cryptographic primitives for secure data handling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514350" y="1971675"/>
            <a:ext cx="8343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Zero-knowledge machine learning (ZKML) integration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514350" y="2243138"/>
            <a:ext cx="8343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Modular architecture for easy component switching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285750" y="2694980"/>
            <a:ext cx="12394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F5D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Components: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514350" y="3014663"/>
            <a:ext cx="8343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Early-exit models (M_early): Lightweight ML models for quick inference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514350" y="3286125"/>
            <a:ext cx="8343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Cryptographic primitives: Hashing and polynomial interpolation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514350" y="3557588"/>
            <a:ext cx="8343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ZKML integration: Modular interface for different ZKML systems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514350" y="3829050"/>
            <a:ext cx="8343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Rust-Python bindings: Performance-critical components in Rust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514350" y="4100513"/>
            <a:ext cx="8343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Benchmarking suite: Performance testing across components</a:t>
            </a:r>
            <a:endParaRPr lang="en-US" sz="1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Structure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23317"/>
            <a:ext cx="13076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F5D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Components: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285750" y="1100138"/>
            <a:ext cx="4200525" cy="2100263"/>
          </a:xfrm>
          <a:prstGeom prst="rect">
            <a:avLst/>
          </a:prstGeom>
          <a:solidFill>
            <a:srgbClr val="1E2130"/>
          </a:solidFill>
          <a:ln/>
        </p:spPr>
      </p:sp>
      <p:sp>
        <p:nvSpPr>
          <p:cNvPr id="6" name="Text 3"/>
          <p:cNvSpPr/>
          <p:nvPr/>
        </p:nvSpPr>
        <p:spPr>
          <a:xfrm>
            <a:off x="371475" y="1185863"/>
            <a:ext cx="4029075" cy="19288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/phaze/</a:t>
            </a:r>
            <a:endParaRPr lang="en-US" sz="942" dirty="0"/>
          </a:p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├── pyproject.toml       # Project config</a:t>
            </a:r>
            <a:endParaRPr lang="en-US" sz="942" dirty="0"/>
          </a:p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├── src/phaze/</a:t>
            </a:r>
            <a:endParaRPr lang="en-US" sz="942" dirty="0"/>
          </a:p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│   ├── early_exit_models.py</a:t>
            </a:r>
            <a:endParaRPr lang="en-US" sz="942" dirty="0"/>
          </a:p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│   ├── crypto_primitives.py</a:t>
            </a:r>
            <a:endParaRPr lang="en-US" sz="942" dirty="0"/>
          </a:p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│   ├── zkml_integration.py</a:t>
            </a:r>
            <a:endParaRPr lang="en-US" sz="942" dirty="0"/>
          </a:p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│   ├── rust_zkml_backend.py</a:t>
            </a:r>
            <a:endParaRPr lang="en-US" sz="942" dirty="0"/>
          </a:p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│   └── benchmarking.py</a:t>
            </a:r>
            <a:endParaRPr lang="en-US" sz="942" dirty="0"/>
          </a:p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├── rust_zkml_bindings/</a:t>
            </a:r>
            <a:endParaRPr lang="en-US" sz="942" dirty="0"/>
          </a:p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└── tests/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657725" y="823317"/>
            <a:ext cx="9421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F5D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Modules: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4829175" y="1094780"/>
            <a:ext cx="147549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early_exit_models.py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4829175" y="1094780"/>
            <a:ext cx="3721922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Toy early-exit ML models for fast inference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4829175" y="1580555"/>
            <a:ext cx="145392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crypto_primitives.py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4829175" y="1580555"/>
            <a:ext cx="3785378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Cryptographic functions (SHA256, polynomial interpolation)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4829175" y="2066330"/>
            <a:ext cx="142104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zkml_integration.py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6250223" y="2066330"/>
            <a:ext cx="250017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Modular interface for ZKML systems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4829175" y="2337792"/>
            <a:ext cx="1568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rust_zkml_backend.py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4829175" y="2337792"/>
            <a:ext cx="3285009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Python wrapper for Rust functionality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4829175" y="2823567"/>
            <a:ext cx="125358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benchmarking.py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6082764" y="2823567"/>
            <a:ext cx="18125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Performance testing suite</a:t>
            </a:r>
            <a:endParaRPr lang="en-US" sz="104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72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Installation Steps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94755"/>
            <a:ext cx="165280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F5D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Clone the repository: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285750" y="1157288"/>
            <a:ext cx="8572500" cy="557213"/>
          </a:xfrm>
          <a:prstGeom prst="rect">
            <a:avLst/>
          </a:prstGeom>
          <a:solidFill>
            <a:srgbClr val="1E2130"/>
          </a:solidFill>
          <a:ln/>
        </p:spPr>
      </p:sp>
      <p:sp>
        <p:nvSpPr>
          <p:cNvPr id="6" name="Text 3"/>
          <p:cNvSpPr/>
          <p:nvPr/>
        </p:nvSpPr>
        <p:spPr>
          <a:xfrm>
            <a:off x="357188" y="1266230"/>
            <a:ext cx="401258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git clone https://github.com/your_username/phaze.git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357188" y="1473398"/>
            <a:ext cx="61732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cd phaze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285750" y="1837730"/>
            <a:ext cx="222458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F5D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Install Python dependencies:</a:t>
            </a:r>
            <a:endParaRPr lang="en-US" sz="1046" dirty="0"/>
          </a:p>
        </p:txBody>
      </p:sp>
      <p:sp>
        <p:nvSpPr>
          <p:cNvPr id="9" name="Shape 6"/>
          <p:cNvSpPr/>
          <p:nvPr/>
        </p:nvSpPr>
        <p:spPr>
          <a:xfrm>
            <a:off x="285750" y="2100263"/>
            <a:ext cx="8572500" cy="350044"/>
          </a:xfrm>
          <a:prstGeom prst="rect">
            <a:avLst/>
          </a:prstGeom>
          <a:solidFill>
            <a:srgbClr val="1E2130"/>
          </a:solidFill>
          <a:ln/>
        </p:spPr>
      </p:sp>
      <p:sp>
        <p:nvSpPr>
          <p:cNvPr id="10" name="Text 7"/>
          <p:cNvSpPr/>
          <p:nvPr/>
        </p:nvSpPr>
        <p:spPr>
          <a:xfrm>
            <a:off x="357188" y="2209205"/>
            <a:ext cx="123464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pip install -e 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285750" y="2573536"/>
            <a:ext cx="177910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F5D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Install Rust and Cargo:</a:t>
            </a:r>
            <a:endParaRPr lang="en-US" sz="1046" dirty="0"/>
          </a:p>
        </p:txBody>
      </p:sp>
      <p:sp>
        <p:nvSpPr>
          <p:cNvPr id="12" name="Shape 9"/>
          <p:cNvSpPr/>
          <p:nvPr/>
        </p:nvSpPr>
        <p:spPr>
          <a:xfrm>
            <a:off x="285750" y="2836069"/>
            <a:ext cx="8572500" cy="971550"/>
          </a:xfrm>
          <a:prstGeom prst="rect">
            <a:avLst/>
          </a:prstGeom>
          <a:solidFill>
            <a:srgbClr val="1E2130"/>
          </a:solidFill>
          <a:ln/>
        </p:spPr>
      </p:sp>
      <p:sp>
        <p:nvSpPr>
          <p:cNvPr id="13" name="Text 10"/>
          <p:cNvSpPr/>
          <p:nvPr/>
        </p:nvSpPr>
        <p:spPr>
          <a:xfrm>
            <a:off x="357188" y="2945011"/>
            <a:ext cx="578738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curl --proto '=https' --tlsv1.2 -sSf https://sh.rustup.rs -o rustup-init.sh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357188" y="3152180"/>
            <a:ext cx="177480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chmod +x rustup-init.sh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357188" y="3359348"/>
            <a:ext cx="277794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./rustup-init.sh -y --no-modify-path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357188" y="3566517"/>
            <a:ext cx="177480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source $HOME/.cargo/env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285750" y="3930848"/>
            <a:ext cx="213570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F5D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 Build Rust-Python bindings:</a:t>
            </a:r>
            <a:endParaRPr lang="en-US" sz="1046" dirty="0"/>
          </a:p>
        </p:txBody>
      </p:sp>
      <p:sp>
        <p:nvSpPr>
          <p:cNvPr id="18" name="Shape 15"/>
          <p:cNvSpPr/>
          <p:nvPr/>
        </p:nvSpPr>
        <p:spPr>
          <a:xfrm>
            <a:off x="285750" y="4193381"/>
            <a:ext cx="8572500" cy="1178719"/>
          </a:xfrm>
          <a:prstGeom prst="rect">
            <a:avLst/>
          </a:prstGeom>
          <a:solidFill>
            <a:srgbClr val="1E2130"/>
          </a:solidFill>
          <a:ln/>
        </p:spPr>
      </p:sp>
      <p:sp>
        <p:nvSpPr>
          <p:cNvPr id="19" name="Text 16"/>
          <p:cNvSpPr/>
          <p:nvPr/>
        </p:nvSpPr>
        <p:spPr>
          <a:xfrm>
            <a:off x="357188" y="4302323"/>
            <a:ext cx="162048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cd rust_zkml_bindings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357188" y="4509492"/>
            <a:ext cx="146614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pip install maturin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357188" y="4716661"/>
            <a:ext cx="177480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maturin build --release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357188" y="4923830"/>
            <a:ext cx="401258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pip install ./target/wheels/rust_zkml_bindings-*.whl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357188" y="5130998"/>
            <a:ext cx="38584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cd ..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Usage: Benchmarking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94755"/>
            <a:ext cx="157436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F5D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Running Benchmarks: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285750" y="1214438"/>
            <a:ext cx="4171950" cy="350044"/>
          </a:xfrm>
          <a:prstGeom prst="rect">
            <a:avLst/>
          </a:prstGeom>
          <a:solidFill>
            <a:srgbClr val="1E2130"/>
          </a:solidFill>
          <a:ln/>
        </p:spPr>
      </p:sp>
      <p:sp>
        <p:nvSpPr>
          <p:cNvPr id="6" name="Text 3"/>
          <p:cNvSpPr/>
          <p:nvPr/>
        </p:nvSpPr>
        <p:spPr>
          <a:xfrm>
            <a:off x="357188" y="1323380"/>
            <a:ext cx="254646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python3 src/phaze/benchmarking.py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85750" y="1600200"/>
            <a:ext cx="41719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benchmarking suite tests: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514350" y="1871663"/>
            <a:ext cx="39433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Early-exit model inference time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514350" y="2143125"/>
            <a:ext cx="39433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ZKML proving time (ezkl vs Rust)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514350" y="2414588"/>
            <a:ext cx="39433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ZKML verification time (ezkl vs Rust)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285750" y="2752130"/>
            <a:ext cx="111757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F5D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Sample Output:</a:t>
            </a:r>
            <a:endParaRPr lang="en-US" sz="1046" dirty="0"/>
          </a:p>
        </p:txBody>
      </p:sp>
      <p:sp>
        <p:nvSpPr>
          <p:cNvPr id="12" name="Shape 9"/>
          <p:cNvSpPr/>
          <p:nvPr/>
        </p:nvSpPr>
        <p:spPr>
          <a:xfrm>
            <a:off x="285750" y="3014663"/>
            <a:ext cx="4171950" cy="1178719"/>
          </a:xfrm>
          <a:prstGeom prst="rect">
            <a:avLst/>
          </a:prstGeom>
          <a:solidFill>
            <a:srgbClr val="1E2130"/>
          </a:solidFill>
          <a:ln/>
        </p:spPr>
      </p:sp>
      <p:sp>
        <p:nvSpPr>
          <p:cNvPr id="13" name="Text 10"/>
          <p:cNvSpPr/>
          <p:nvPr/>
        </p:nvSpPr>
        <p:spPr>
          <a:xfrm>
            <a:off x="357188" y="3123605"/>
            <a:ext cx="239212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m_early_inference_ms: 0.1021 ms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357188" y="3330773"/>
            <a:ext cx="231496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ezkl_proving_ms: 10054.5047 ms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357188" y="3537942"/>
            <a:ext cx="246928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ezkl_verification_ms: 76.9775 ms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357188" y="3745111"/>
            <a:ext cx="200630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rust_proving_ms: 0.0521 ms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357188" y="3952280"/>
            <a:ext cx="239212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rust_verification_ms: 0.0095 ms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646465" y="894755"/>
            <a:ext cx="225159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4F5D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ZKML Performance Comparison</a:t>
            </a:r>
            <a:endParaRPr lang="en-US" sz="1046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1214438"/>
            <a:ext cx="417195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Usage: Testing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94755"/>
            <a:ext cx="134676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F5D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Running Unit Tests</a:t>
            </a:r>
            <a:endParaRPr lang="en-US" sz="1046" dirty="0"/>
          </a:p>
        </p:txBody>
      </p:sp>
      <p:sp>
        <p:nvSpPr>
          <p:cNvPr id="5" name="Text 2"/>
          <p:cNvSpPr/>
          <p:nvPr/>
        </p:nvSpPr>
        <p:spPr>
          <a:xfrm>
            <a:off x="285750" y="1214438"/>
            <a:ext cx="8572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PHAZE framework includes comprehensive unit tests for all components:</a:t>
            </a:r>
            <a:endParaRPr lang="en-US" sz="1046" dirty="0"/>
          </a:p>
        </p:txBody>
      </p:sp>
      <p:sp>
        <p:nvSpPr>
          <p:cNvPr id="6" name="Shape 3"/>
          <p:cNvSpPr/>
          <p:nvPr/>
        </p:nvSpPr>
        <p:spPr>
          <a:xfrm>
            <a:off x="285750" y="1485900"/>
            <a:ext cx="8572500" cy="557213"/>
          </a:xfrm>
          <a:prstGeom prst="rect">
            <a:avLst/>
          </a:prstGeom>
          <a:solidFill>
            <a:srgbClr val="1E2130"/>
          </a:solidFill>
          <a:ln/>
        </p:spPr>
      </p:sp>
      <p:sp>
        <p:nvSpPr>
          <p:cNvPr id="7" name="Text 4"/>
          <p:cNvSpPr/>
          <p:nvPr/>
        </p:nvSpPr>
        <p:spPr>
          <a:xfrm>
            <a:off x="357188" y="1594842"/>
            <a:ext cx="61732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cd phaze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357188" y="1802011"/>
            <a:ext cx="10031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pytest tests/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285750" y="2078831"/>
            <a:ext cx="8572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 run specific component tests:</a:t>
            </a:r>
            <a:endParaRPr lang="en-US" sz="1046" dirty="0"/>
          </a:p>
        </p:txBody>
      </p:sp>
      <p:sp>
        <p:nvSpPr>
          <p:cNvPr id="10" name="Shape 7"/>
          <p:cNvSpPr/>
          <p:nvPr/>
        </p:nvSpPr>
        <p:spPr>
          <a:xfrm>
            <a:off x="285750" y="2328863"/>
            <a:ext cx="8572500" cy="764381"/>
          </a:xfrm>
          <a:prstGeom prst="rect">
            <a:avLst/>
          </a:prstGeom>
          <a:solidFill>
            <a:srgbClr val="1E2130"/>
          </a:solidFill>
          <a:ln/>
        </p:spPr>
      </p:sp>
      <p:sp>
        <p:nvSpPr>
          <p:cNvPr id="11" name="Text 8"/>
          <p:cNvSpPr/>
          <p:nvPr/>
        </p:nvSpPr>
        <p:spPr>
          <a:xfrm>
            <a:off x="357188" y="2437805"/>
            <a:ext cx="293228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pytest tests/test_early_exit_models.py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357188" y="2644973"/>
            <a:ext cx="293228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pytest tests/test_crypto_primitives.py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357188" y="2852142"/>
            <a:ext cx="285512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pytest tests/test_zkml_integration.py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285750" y="3273623"/>
            <a:ext cx="99284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F5D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 Coverage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514350" y="3602236"/>
            <a:ext cx="122716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Early-exit models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1741512" y="3602236"/>
            <a:ext cx="429197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Tests model initialization, forward pass, and early-exit behavior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514350" y="3873698"/>
            <a:ext cx="178038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Cryptographic primitives</a:t>
            </a:r>
            <a:endParaRPr lang="en-US" sz="1046" dirty="0"/>
          </a:p>
        </p:txBody>
      </p:sp>
      <p:sp>
        <p:nvSpPr>
          <p:cNvPr id="18" name="Text 15"/>
          <p:cNvSpPr/>
          <p:nvPr/>
        </p:nvSpPr>
        <p:spPr>
          <a:xfrm>
            <a:off x="2294734" y="3873698"/>
            <a:ext cx="363717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Tests hashing functions and polynomial interpolation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514350" y="4145161"/>
            <a:ext cx="124075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ZKML integration</a:t>
            </a:r>
            <a:endParaRPr lang="en-US" sz="1046" dirty="0"/>
          </a:p>
        </p:txBody>
      </p:sp>
      <p:sp>
        <p:nvSpPr>
          <p:cNvPr id="20" name="Text 17"/>
          <p:cNvSpPr/>
          <p:nvPr/>
        </p:nvSpPr>
        <p:spPr>
          <a:xfrm>
            <a:off x="1755102" y="4145161"/>
            <a:ext cx="3683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Tests model export, proof generation, and verification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514350" y="4416623"/>
            <a:ext cx="97556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Rust bindings</a:t>
            </a:r>
            <a:endParaRPr lang="en-US" sz="1046" dirty="0"/>
          </a:p>
        </p:txBody>
      </p:sp>
      <p:sp>
        <p:nvSpPr>
          <p:cNvPr id="22" name="Text 19"/>
          <p:cNvSpPr/>
          <p:nvPr/>
        </p:nvSpPr>
        <p:spPr>
          <a:xfrm>
            <a:off x="1489918" y="4416623"/>
            <a:ext cx="425868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Tests Python-Rust interoperability and cryptographic functions</a:t>
            </a:r>
            <a:endParaRPr lang="en-US" sz="104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Documentation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94755"/>
            <a:ext cx="178950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F5D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Building Documentation:</a:t>
            </a:r>
            <a:endParaRPr lang="en-US" sz="1046" dirty="0"/>
          </a:p>
        </p:txBody>
      </p:sp>
      <p:sp>
        <p:nvSpPr>
          <p:cNvPr id="5" name="Text 2"/>
          <p:cNvSpPr/>
          <p:nvPr/>
        </p:nvSpPr>
        <p:spPr>
          <a:xfrm>
            <a:off x="285750" y="1214438"/>
            <a:ext cx="41719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PHAZE uses Sphinx for auto-documentation:</a:t>
            </a:r>
            <a:endParaRPr lang="en-US" sz="1046" dirty="0"/>
          </a:p>
        </p:txBody>
      </p:sp>
      <p:sp>
        <p:nvSpPr>
          <p:cNvPr id="6" name="Shape 3"/>
          <p:cNvSpPr/>
          <p:nvPr/>
        </p:nvSpPr>
        <p:spPr>
          <a:xfrm>
            <a:off x="285750" y="1485900"/>
            <a:ext cx="4171950" cy="557213"/>
          </a:xfrm>
          <a:prstGeom prst="rect">
            <a:avLst/>
          </a:prstGeom>
          <a:solidFill>
            <a:srgbClr val="1E2130"/>
          </a:solidFill>
          <a:ln/>
        </p:spPr>
      </p:sp>
      <p:sp>
        <p:nvSpPr>
          <p:cNvPr id="7" name="Text 4"/>
          <p:cNvSpPr/>
          <p:nvPr/>
        </p:nvSpPr>
        <p:spPr>
          <a:xfrm>
            <a:off x="357188" y="1594842"/>
            <a:ext cx="54016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cd docs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357188" y="1802011"/>
            <a:ext cx="69450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make html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285750" y="2078831"/>
            <a:ext cx="41719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generated HTML documentation will be available in:</a:t>
            </a:r>
            <a:endParaRPr lang="en-US" sz="1046" dirty="0"/>
          </a:p>
        </p:txBody>
      </p:sp>
      <p:sp>
        <p:nvSpPr>
          <p:cNvPr id="10" name="Shape 7"/>
          <p:cNvSpPr/>
          <p:nvPr/>
        </p:nvSpPr>
        <p:spPr>
          <a:xfrm>
            <a:off x="285750" y="2328863"/>
            <a:ext cx="4171950" cy="350044"/>
          </a:xfrm>
          <a:prstGeom prst="rect">
            <a:avLst/>
          </a:prstGeom>
          <a:solidFill>
            <a:srgbClr val="1E2130"/>
          </a:solidFill>
          <a:ln/>
        </p:spPr>
      </p:sp>
      <p:sp>
        <p:nvSpPr>
          <p:cNvPr id="11" name="Text 8"/>
          <p:cNvSpPr/>
          <p:nvPr/>
        </p:nvSpPr>
        <p:spPr>
          <a:xfrm>
            <a:off x="357188" y="2437805"/>
            <a:ext cx="200630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AE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docs/build/html/index.html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686300" y="894755"/>
            <a:ext cx="186940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F5D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Documentation Structure: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4914900" y="1223367"/>
            <a:ext cx="99769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Reference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5912597" y="1223367"/>
            <a:ext cx="223571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Auto-generated from docstrings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4914900" y="1494830"/>
            <a:ext cx="168893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 Documentation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6603839" y="1494830"/>
            <a:ext cx="3831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5143500" y="1757363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early_exit_models</a:t>
            </a:r>
            <a:endParaRPr lang="en-US" sz="1046" dirty="0"/>
          </a:p>
        </p:txBody>
      </p:sp>
      <p:sp>
        <p:nvSpPr>
          <p:cNvPr id="18" name="Text 15"/>
          <p:cNvSpPr/>
          <p:nvPr/>
        </p:nvSpPr>
        <p:spPr>
          <a:xfrm>
            <a:off x="5143500" y="1971675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crypto_primitives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5143500" y="2185988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zkml_integration</a:t>
            </a:r>
            <a:endParaRPr lang="en-US" sz="1046" dirty="0"/>
          </a:p>
        </p:txBody>
      </p:sp>
      <p:sp>
        <p:nvSpPr>
          <p:cNvPr id="20" name="Text 17"/>
          <p:cNvSpPr/>
          <p:nvPr/>
        </p:nvSpPr>
        <p:spPr>
          <a:xfrm>
            <a:off x="5143500" y="2400300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rust_zkml_backend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5143500" y="2614613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benchmarking</a:t>
            </a:r>
            <a:endParaRPr lang="en-US" sz="1046" dirty="0"/>
          </a:p>
        </p:txBody>
      </p:sp>
      <p:sp>
        <p:nvSpPr>
          <p:cNvPr id="22" name="Text 19"/>
          <p:cNvSpPr/>
          <p:nvPr/>
        </p:nvSpPr>
        <p:spPr>
          <a:xfrm>
            <a:off x="4914900" y="2895005"/>
            <a:ext cx="115600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Usage Examples</a:t>
            </a:r>
            <a:endParaRPr lang="en-US" sz="1046" dirty="0"/>
          </a:p>
        </p:txBody>
      </p:sp>
      <p:sp>
        <p:nvSpPr>
          <p:cNvPr id="23" name="Text 20"/>
          <p:cNvSpPr/>
          <p:nvPr/>
        </p:nvSpPr>
        <p:spPr>
          <a:xfrm>
            <a:off x="4914900" y="2895005"/>
            <a:ext cx="3482578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Code snippets demonstrating key functionality</a:t>
            </a:r>
            <a:endParaRPr lang="en-US" sz="1046" dirty="0"/>
          </a:p>
        </p:txBody>
      </p:sp>
      <p:sp>
        <p:nvSpPr>
          <p:cNvPr id="24" name="Text 21"/>
          <p:cNvSpPr/>
          <p:nvPr/>
        </p:nvSpPr>
        <p:spPr>
          <a:xfrm>
            <a:off x="4914900" y="3380780"/>
            <a:ext cx="86484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README.md</a:t>
            </a:r>
            <a:endParaRPr lang="en-US" sz="1046" dirty="0"/>
          </a:p>
        </p:txBody>
      </p:sp>
      <p:sp>
        <p:nvSpPr>
          <p:cNvPr id="25" name="Text 22"/>
          <p:cNvSpPr/>
          <p:nvPr/>
        </p:nvSpPr>
        <p:spPr>
          <a:xfrm>
            <a:off x="4914900" y="3380780"/>
            <a:ext cx="3315146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High-level overview and installation instructions</a:t>
            </a:r>
            <a:endParaRPr lang="en-US" sz="104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149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Modularity &amp; Future Work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94755"/>
            <a:ext cx="141903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F5D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Current Modularity:</a:t>
            </a:r>
            <a:endParaRPr lang="en-US" sz="1046" dirty="0"/>
          </a:p>
        </p:txBody>
      </p:sp>
      <p:sp>
        <p:nvSpPr>
          <p:cNvPr id="5" name="Text 2"/>
          <p:cNvSpPr/>
          <p:nvPr/>
        </p:nvSpPr>
        <p:spPr>
          <a:xfrm>
            <a:off x="514350" y="1157288"/>
            <a:ext cx="8343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ZKML system switching between ezkl and Rust-based implementations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514350" y="1428750"/>
            <a:ext cx="8343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Separation of early-exit models from cryptographic primitives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514350" y="1700213"/>
            <a:ext cx="8343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Benchmarking suite that works with any component implementation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514350" y="1971675"/>
            <a:ext cx="8343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Python-Rust interoperability via PyO3 bindings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285750" y="2366367"/>
            <a:ext cx="92969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F5D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Future Work: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514350" y="2628900"/>
            <a:ext cx="8343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Integrate full-fledged Rust-based ZKML libraries (e.g., ddkang/zkml, arkworks-rs/snark)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514350" y="2900363"/>
            <a:ext cx="8343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 more sophisticated polynomial interpolation techniques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514350" y="3171825"/>
            <a:ext cx="8343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Develop realistic M_early models based on LHC physics requirements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514350" y="3443288"/>
            <a:ext cx="8343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Expand benchmarking with real-world LHC data processing scenarios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514350" y="3714750"/>
            <a:ext cx="8343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Optimize performance for high-throughput, low-latency environments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285750" y="4109442"/>
            <a:ext cx="172993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4F5D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Research Opportunities: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514350" y="4371975"/>
            <a:ext cx="8343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Explore trade-offs between early-exit model accuracy and latency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514350" y="4643438"/>
            <a:ext cx="8343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Investigate zero-knowledge proofs for privacy-preserving ML inference</a:t>
            </a:r>
            <a:endParaRPr lang="en-US" sz="1046" dirty="0"/>
          </a:p>
        </p:txBody>
      </p:sp>
      <p:sp>
        <p:nvSpPr>
          <p:cNvPr id="18" name="Text 15"/>
          <p:cNvSpPr/>
          <p:nvPr/>
        </p:nvSpPr>
        <p:spPr>
          <a:xfrm>
            <a:off x="514350" y="4914900"/>
            <a:ext cx="83439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EAE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Benchmark different ZKML systems for particle physics applications</a:t>
            </a:r>
            <a:endParaRPr lang="en-US" sz="104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2025-09-04T10:44:46Z</dcterms:created>
  <dcterms:modified xsi:type="dcterms:W3CDTF">2025-09-04T10:44:46Z</dcterms:modified>
</cp:coreProperties>
</file>